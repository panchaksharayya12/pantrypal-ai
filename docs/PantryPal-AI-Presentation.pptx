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NEXT-GENERATION ZERO-WASTE CULINARY ENGINE</a:t>
            </a:r>
          </a:p>
          <a:p>
            <a:pPr>
              <a:spcBef>
                <a:spcPts val="1000"/>
              </a:spcBef>
              <a:defRPr sz="5600" b="1">
                <a:solidFill>
                  <a:srgbClr val="F8FAFC"/>
                </a:solidFill>
              </a:defRPr>
            </a:pPr>
            <a:r>
              <a:t>PantryPal AI</a:t>
            </a:r>
          </a:p>
          <a:p>
            <a:pPr>
              <a:spcBef>
                <a:spcPts val="500"/>
              </a:spcBef>
              <a:defRPr sz="2200" i="1">
                <a:solidFill>
                  <a:srgbClr val="34D399"/>
                </a:solidFill>
              </a:defRPr>
            </a:pPr>
            <a:r>
              <a:t>Your Kitchen. Your Ingredients. Endless Possibilities.</a:t>
            </a:r>
          </a:p>
          <a:p>
            <a:pPr>
              <a:spcBef>
                <a:spcPts val="1800"/>
              </a:spcBef>
              <a:defRPr sz="1500">
                <a:solidFill>
                  <a:srgbClr val="94A3B8"/>
                </a:solidFill>
              </a:defRPr>
            </a:pPr>
            <a:r>
              <a:t>An intelligent culinary platform featuring 3D Fibonacci Orbit visualization, real-time tactical knife cutting station, dynamic multi-lingual Indian voice synthesis, and zero-waste pantry recipe matching.</a:t>
            </a:r>
          </a:p>
          <a:p>
            <a:pPr>
              <a:spcBef>
                <a:spcPts val="2400"/>
              </a:spcBef>
              <a:defRPr sz="1400" b="1">
                <a:solidFill>
                  <a:srgbClr val="F59E0B"/>
                </a:solidFill>
              </a:defRPr>
            </a:pPr>
            <a:r>
              <a:t>Presented by: Panchaksharayya | GitHub: panchaksharayya12/PantryPal-AI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PANTRYPAL AI • TECHNICAL SPECIFICATION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The Global Challenge: Kitchen Food Waste &amp; Friction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59E0B"/>
                </a:solidFill>
              </a:defRPr>
            </a:pPr>
            <a:r>
              <a:t>1. Food Waste Crisis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Over 1.3 billion tons of edible food is discarded globally every year.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Average households waste 20-30% of perishable groceries.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Ingredients expire simply because users don't know what to cook with leftover items.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4D399"/>
                </a:solidFill>
              </a:defRPr>
            </a:pPr>
            <a:r>
              <a:t>2. Cooking Decision Fatigue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Endless recipe scroll leads to frustration and takeaway ordering.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Traditional recipe sites require buying 10+ new ingredients for 1 meal.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Lack of ingredient substitution and percentage matching intelligence.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</a:defRPr>
            </a:pPr>
            <a:r>
              <a:t>3. Regional Language Barrier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Culinary terminology is deeply rooted in regional native languages.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Existing cooking apps strictly cater to English, alienating millions of regional cooks.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Hands-busy cooking requires hands-free, voice-guided instructions.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PANTRYPAL AI • TECHNICAL SPECIFICATION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The PantryPal AI Solution: Smart, Sensory &amp; Multilingual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</a:defRPr>
            </a:pPr>
            <a:r>
              <a:t>Smart Ingredient Matching Engine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Calculates exact and partial match percentages based on on-hand staples.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Intelligent masala integration prevents unnecessary grocery runs.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82880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4D399"/>
                </a:solidFill>
              </a:defRPr>
            </a:pPr>
            <a:r>
              <a:t>3D Fibonacci Culinary Orbit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Interactive 3D spatial sphere displaying 28+ handcrafted authentic dishes.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Realistic specular lighting and drag-physics exploration.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14800"/>
            <a:ext cx="5120640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29768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59E0B"/>
                </a:solidFill>
              </a:defRPr>
            </a:pPr>
            <a:r>
              <a:t>Interactive Knife Prep Station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Gamified cutting board with blade slice physics and authentic chop sound synthesis.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Instant one-click addition of chopped produce to the active recipe finder.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114800"/>
            <a:ext cx="5120640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29768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</a:defRPr>
            </a:pPr>
            <a:r>
              <a:t>Native Multi-Lingual Voice Guidance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Full coverage in Kannada, Hindi, Tamil, Telugu, and English.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Hands-free voice recognition and native Web Speech synthesis for step-by-step cooking.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PANTRYPAL AI • TECHNICAL SPECIFICATION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Full-Stack System Architecture &amp; Technology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</a:defRPr>
            </a:pPr>
            <a:r>
              <a:t>Frontend Layer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React 19 + TypeScript for blazing speed and strict typing.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Vite 6 for lightning-fast HMR and optimized minified bundling.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Tailwind CSS v4 for modern fluid aesthetic styling.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Framer Motion for 3D physics, tilts, and fluid transitions.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Web Audio API &amp; Web Speech API for auditory and voice features.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4D399"/>
                </a:solidFill>
              </a:defRPr>
            </a:pPr>
            <a:r>
              <a:t>Backend Services Layer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Node.js &amp; Express.js REST API server.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Multer image processing for visual ingredient upload.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Modular routers for recipes, pantry, shopping list, and AI chat.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Serverless Vercel function endpoints for zero-maintenance cloud scale.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59E0B"/>
                </a:solidFill>
              </a:defRPr>
            </a:pPr>
            <a:r>
              <a:t>Database &amp; AI Layer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SQLite relational database with WAL (Write-Ahead Logging) mode.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31 fully seeded authentic Indian &amp; World recipes with nutritional metrics.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OpenAI GPT-4o-mini engine integration with robust deterministic offline fallback.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PANTRYPAL AI • TECHNICAL SPECIFICATION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Localized Culinary Engine: Kannada, Hindi &amp; Regional Languages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</a:defRPr>
            </a:pPr>
            <a:r>
              <a:t>Dynamic Localization Matrix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31 complete authentic recipes translated with high grammatical precision.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Translates recipe titles, descriptions, metrics, and every cooking step.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Translates 40+ pantry staples (ಉದಾಹರಣೆಗೆ: ಟೊಮೇಟೊ, ಈರುಳ್ಳಿ, ಪಾಲಕ್, ಮಸಾಲೆಗಳು).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Example (Indian Masala Omelette Step 6):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  EN: 'Carefully flip the omelette and cook the other side for another 1-2 minutes.'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  KN: 'ಆಮ್ಲೆಟ್ ಅನ್ನು ಎಚ್ಚರಿಕೆಯಿಂದ ತಿರುಗಿಸಿ ಮತ್ತು ಇನ್ನೊಂದು ಬದಿಯನ್ನು 1-2 ನಿಮಿಷಗಳ ಕಾಲ ಬೇಯಿಸಿ.'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  HI: 'आमलेट को सावधानी से पलटें और दूसरी तरफ 1-2 मिनट और पकाएं।'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4D399"/>
                </a:solidFill>
              </a:defRPr>
            </a:pPr>
            <a:r>
              <a:t>Speech &amp; Voice Accessibility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Web Speech Recognition API with automatic language dialect detection (kn-IN, hi-IN, ta-IN, te-IN).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Integrated SpeechSynthesisUtterance for full step-by-step hands-free cooking audio guidance.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Voice readout speed and pitch optimized for ambient kitchen environments.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Microphone voice search in Pantry AI Assistant chat drawer for seamless question-answering.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PANTRYPAL AI • TECHNICAL SPECIFICATION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Sensory Cooking: Audio Synthesis &amp; Motion Physics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59E0B"/>
                </a:solidFill>
              </a:defRPr>
            </a:pPr>
            <a:r>
              <a:t>Knife Prep Station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Interactive butcher block with authentic wood-grain texture.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Dual-half splitting vegetable animation on knife slash.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Dynamic laser blade particle flash effect.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Combo multipliers reward quick prep.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</a:defRPr>
            </a:pPr>
            <a:r>
              <a:t>Dual Audio System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Native audio element playing clean blade slash sound.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Procedural Web Audio API bandpass-filtered noise synthesizer as instant fallback.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Subtle chimes and zero-irritation tactile pop feedback.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4D399"/>
                </a:solidFill>
              </a:defRPr>
            </a:pPr>
            <a:r>
              <a:t>Cinema Cooking Mode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Distraction-free high-contrast full-screen UI for cooking in kitchen.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Integrated quick-set timers (1m, 3m, 5m, 10m).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Celebratory dual-burst multi-color confetti upon recipe completion.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PANTRYPAL AI • TECHNICAL SPECIFICATION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Database Architecture: Relational SQLite &amp; Seed Store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</a:defRPr>
            </a:pPr>
            <a:r>
              <a:t>Recipes Table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Primary key: id (TEXT)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Meta: name, cuisine, difficulty, image_url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Timing: prep_time, cook_time, servings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Nutrition: calories, protein, carbs, fat, fiber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JSON payload: dietary_tags, ingredients, instructions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4D399"/>
                </a:solidFill>
              </a:defRPr>
            </a:pPr>
            <a:r>
              <a:t>Pantry &amp; Shopping Tables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Pantry Table: tracks user kitchen inventory with quantity, unit, expiry date.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Shopping List Table: automatically populated with missing ingredients from recipe views.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Bulk addition endpoint for one-click recipe grocery list generation.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59E0B"/>
                </a:solidFill>
              </a:defRPr>
            </a:pPr>
            <a:r>
              <a:t>Favorites &amp; AI Log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Favorites Table: links user favorite recipe bookmarks.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AI Context Cache: enables intelligent leftover recipe prompts based on active pantry items.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Foreign key constraints and WAL mode enabled.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PANTRYPAL AI • TECHNICAL SPECIFICATION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RESTful API Endpoints &amp; Request/Response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</a:defRPr>
            </a:pPr>
            <a:r>
              <a:t>Recipe &amp; Pantry Services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GET /api/recipes - Fetch all curated recipes.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GET /api/recipes/:id - Retrieve specific recipe record.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POST /api/recipes/suggest - Match recipes based on ingredients &amp; filters.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GET /api/pantry - Fetch user pantry items.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POST /api/pantry - Add new item to pantry.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DELETE /api/pantry/:id - Remove pantry item.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4D399"/>
                </a:solidFill>
              </a:defRPr>
            </a:pPr>
            <a:r>
              <a:t>Shopping &amp; AI Culinary Services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GET /api/shopping-list - Fetch current grocery list.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POST /api/shopping-list - Add single or bulk missing ingredients.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PATCH /api/shopping-list/:id - Toggle bought status.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POST /api/ingredients/identify - Vision photo identification.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POST /api/ai/chat - Culinary Q&amp;A with OpenAI or rule-based fallback.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PANTRYPAL AI • TECHNICAL SPECIFICATION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Quality Assurance, Testing &amp; Build Verification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</a:defRPr>
            </a:pPr>
            <a:r>
              <a:t>Zero-Error Compilation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Full TypeScript type safety verified across client and server.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2,351 modules transformed cleanly with Vite 6.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Zero lint errors and zero bundle breakages.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4D399"/>
                </a:solidFill>
              </a:defRPr>
            </a:pPr>
            <a:r>
              <a:t>Cross-Language Validation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All 31 recipes verified in Kannada, Hindi, Tamil, Telugu, and English.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Verified dynamic step text rendering in both Cinema Mode and Recipe Detail Modal.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SpeechSynthesis verified with correct Indian language codes.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59E0B"/>
                </a:solidFill>
              </a:defRPr>
            </a:pPr>
            <a:r>
              <a:t>Audio &amp; Physics Tests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Blade slice sound verified with Web Audio API fallback.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Tested responsive 3D card orbit on desktop, tablet, and mobile.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Vite dev server (port 5173) and Express (port 5000) verified active.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PANTRYPAL AI • TECHNICAL SPECIFICATION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Cloud Deployment &amp; Production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</a:defRPr>
            </a:pPr>
            <a:r>
              <a:t>Vercel Cloud Edge Hosting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Frontend statically pre-rendered and distributed across global edge CDN nodes.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Serverless API functions handle backend requests with microsecond latency.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Automatic continuous deployment linked to GitHub repository.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Optimized asset caching for 3D textures, WebP images, and sound effects.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4D399"/>
                </a:solidFill>
              </a:defRPr>
            </a:pPr>
            <a:r>
              <a:t>GitHub Source Repository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Full source code committed to https://github.com/panchaksharayya12/PantryPal-AI.git.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Includes complete documentation, PowerPoint presentation, and Word project report.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Direct links in README for immediate one-click document inspection.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PANTRYPAL AI • TECHNICAL SPECIFICATION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Future Roadmap: AI Vision &amp; Smart Kitchen IoT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</a:defRPr>
            </a:pPr>
            <a:r>
              <a:t>1. Multi-Item Vision Scanner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Real-time webcam scanning to detect multiple vegetables and pantry staples simultaneously in video stream.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Automatic bounding box visualization and freshness estimation.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59E0B"/>
                </a:solidFill>
              </a:defRPr>
            </a:pPr>
            <a:r>
              <a:t>2. Smart Fridge IoT Sync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Integration with smart refrigerators via barcode and weight sensor APIs.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Automated shelf-life alerts and push notifications for expiring groceries.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4D399"/>
                </a:solidFill>
              </a:defRPr>
            </a:pPr>
            <a:r>
              <a:t>3. Community &amp; Meal Plans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Weekly personalized zero-waste meal planners based on family size and dietary goals.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• Community recipe submissions with peer ratings and video guides.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SUMMARY &amp; CONCLUSION</a:t>
            </a:r>
          </a:p>
          <a:p>
            <a:pPr>
              <a:spcBef>
                <a:spcPts val="1000"/>
              </a:spcBef>
              <a:defRPr sz="5000" b="1">
                <a:solidFill>
                  <a:srgbClr val="F8FAFC"/>
                </a:solidFill>
              </a:defRPr>
            </a:pPr>
            <a:r>
              <a:t>Thank You!</a:t>
            </a:r>
          </a:p>
          <a:p>
            <a:pPr>
              <a:spcBef>
                <a:spcPts val="1500"/>
              </a:spcBef>
              <a:defRPr sz="1800">
                <a:solidFill>
                  <a:srgbClr val="94A3B8"/>
                </a:solidFill>
              </a:defRPr>
            </a:pPr>
            <a:r>
              <a:t>PantryPal AI is ready to eliminate kitchen food waste, break regional language barriers, and make everyday cooking engaging, accessible, and delightful.</a:t>
            </a:r>
          </a:p>
          <a:p>
            <a:pPr>
              <a:spcBef>
                <a:spcPts val="2500"/>
              </a:spcBef>
              <a:defRPr sz="1500" b="1">
                <a:solidFill>
                  <a:srgbClr val="34D399"/>
                </a:solidFill>
              </a:defRPr>
            </a:pPr>
            <a:r>
              <a:t>GitHub Repository: https://github.com/panchaksharayya12/PantryPal-AI</a:t>
            </a:r>
            <a:br/>
            <a:r>
              <a:t>Live App: Deployed on Vercel</a:t>
            </a:r>
            <a:br/>
            <a:r>
              <a:t>Documentation &amp; Presentation: Included in repository /docs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